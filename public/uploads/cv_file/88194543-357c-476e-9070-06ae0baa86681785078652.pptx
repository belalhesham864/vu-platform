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"/>
  </p:notesMasterIdLst>
  <p:sldIdLst>
    <p:sldId id="256" r:id="rId5"/>
    <p:sldId id="490" r:id="rId6"/>
    <p:sldId id="489" r:id="rId7"/>
    <p:sldId id="491" r:id="rId8"/>
    <p:sldId id="299" r:id="rId9"/>
  </p:sldIdLst>
  <p:sldSz cx="12192000" cy="6858000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74" autoAdjust="0"/>
  </p:normalViewPr>
  <p:slideViewPr>
    <p:cSldViewPr snapToGrid="0">
      <p:cViewPr varScale="1">
        <p:scale>
          <a:sx n="90" d="100"/>
          <a:sy n="90" d="100"/>
        </p:scale>
        <p:origin x="398" y="58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88" cy="498555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587" y="0"/>
            <a:ext cx="2947088" cy="498555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71177298-B9C8-423C-9BE6-0D999598D33E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609" y="4779140"/>
            <a:ext cx="5440046" cy="3909050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259"/>
            <a:ext cx="2947088" cy="498555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587" y="9431259"/>
            <a:ext cx="2947088" cy="498555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79BEC060-15DE-4859-9C74-94CED052D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68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9565-988B-432E-9E41-F08C7E22C2BF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7B244-41E2-4B03-AC9D-732A56D1D9B9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42FB-1BD9-4F43-8D3C-41228451D20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4886-7B31-408E-B399-80F2F2701864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F7F4-E0FF-46B9-9E88-538C4285CACE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BA64B-F2B2-4EB1-9B77-0061C0D92A4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3135-09EA-4206-B86F-9AA55A02850A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BCC10-B949-4152-B027-0F5D02F42873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F3DF-D141-4C9A-8F72-05A8314B128A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6562-16DB-413E-8E95-2EF3B9B9A4D7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1C71-4DDD-4ED9-A059-D318EC87DF53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E5EFD-C93E-4C7F-BA7A-B69DF067E3A2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D667-FE34-413C-8A61-4BFFBDDB760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935579" y="683664"/>
            <a:ext cx="9027600" cy="500879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Review</a:t>
            </a:r>
            <a:b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: Mohamed Moaaz</a:t>
            </a:r>
            <a:b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Area : Mansoura 2</a:t>
            </a:r>
            <a:br>
              <a:rPr lang="en-US" sz="5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b="1" baseline="30000" dirty="0">
              <a:solidFill>
                <a:srgbClr val="4A8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000" y="126004"/>
            <a:ext cx="2387619" cy="557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mohamed sultan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9400" y="0"/>
            <a:ext cx="1752600" cy="561975"/>
          </a:xfrm>
          <a:prstGeom prst="rect">
            <a:avLst/>
          </a:prstGeom>
          <a:noFill/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04186" y="528222"/>
            <a:ext cx="11851689" cy="60353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/>
              <a:t>IN-MARKET SALES – Retail</a:t>
            </a: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4000" b="1" u="sng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5334595"/>
              </p:ext>
            </p:extLst>
          </p:nvPr>
        </p:nvGraphicFramePr>
        <p:xfrm>
          <a:off x="596026" y="1381008"/>
          <a:ext cx="910717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Danset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2ml 6 Amp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1194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Danset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4ml 6 Amp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1776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Adwiflam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Adwiflam</a:t>
                      </a:r>
                      <a:r>
                        <a:rPr lang="en-US" b="1" dirty="0"/>
                        <a:t>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327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557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Itranox</a:t>
                      </a:r>
                      <a:r>
                        <a:rPr lang="en-US" b="1" dirty="0"/>
                        <a:t> 5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17297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Itranox</a:t>
                      </a:r>
                      <a:r>
                        <a:rPr lang="en-US" b="1" dirty="0"/>
                        <a:t> 15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866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603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920644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58616"/>
              </p:ext>
            </p:extLst>
          </p:nvPr>
        </p:nvGraphicFramePr>
        <p:xfrm>
          <a:off x="9709400" y="1378413"/>
          <a:ext cx="2277745" cy="4047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32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344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623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CRM Analysis :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679386"/>
              </p:ext>
            </p:extLst>
          </p:nvPr>
        </p:nvGraphicFramePr>
        <p:xfrm>
          <a:off x="879291" y="1871284"/>
          <a:ext cx="7922294" cy="77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76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Call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R.F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93.83%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32.95%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 descr="C:\Users\mohamed sultan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8661" y="185738"/>
            <a:ext cx="1752600" cy="561975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808646"/>
              </p:ext>
            </p:extLst>
          </p:nvPr>
        </p:nvGraphicFramePr>
        <p:xfrm>
          <a:off x="851848" y="2644505"/>
          <a:ext cx="79222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72.22%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25834"/>
              </p:ext>
            </p:extLst>
          </p:nvPr>
        </p:nvGraphicFramePr>
        <p:xfrm>
          <a:off x="838200" y="2999353"/>
          <a:ext cx="79222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86.14%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88.27%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38.64%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450435" y="1825625"/>
            <a:ext cx="3772469" cy="4351338"/>
          </a:xfrm>
        </p:spPr>
        <p:txBody>
          <a:bodyPr/>
          <a:lstStyle/>
          <a:p>
            <a:r>
              <a:rPr lang="en-US" dirty="0"/>
              <a:t>Av : 2</a:t>
            </a:r>
          </a:p>
          <a:p>
            <a:r>
              <a:rPr lang="en-US" dirty="0"/>
              <a:t>Group Meeting : 1</a:t>
            </a:r>
          </a:p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D667-FE34-413C-8A61-4BFFBDDB760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6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582200" y="1562967"/>
            <a:ext cx="9027600" cy="273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baseline="30000" dirty="0">
              <a:solidFill>
                <a:srgbClr val="4A8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416561"/>
            <a:ext cx="1770603" cy="7191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7*364"/>
  <p:tag name="TABLE_ENDDRAG_RECT" val="141*80*717*3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7D51D4E1E3F45BF39F78D04FE5135" ma:contentTypeVersion="2" ma:contentTypeDescription="Create a new document." ma:contentTypeScope="" ma:versionID="ce5db4be58f0f76d5798efedac6164b4">
  <xsd:schema xmlns:xsd="http://www.w3.org/2001/XMLSchema" xmlns:xs="http://www.w3.org/2001/XMLSchema" xmlns:p="http://schemas.microsoft.com/office/2006/metadata/properties" xmlns:ns3="770a3b6b-7123-4d91-9653-d2ece75df73f" targetNamespace="http://schemas.microsoft.com/office/2006/metadata/properties" ma:root="true" ma:fieldsID="22b75688d5426f133d61064148ab7457" ns3:_="">
    <xsd:import namespace="770a3b6b-7123-4d91-9653-d2ece75df73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a3b6b-7123-4d91-9653-d2ece75df7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E0E23-DB39-4F9A-91C9-D081E82F07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9C8CCB-F636-4BCB-A7AC-B1B974FE20E6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C1BF370-0F3F-4A69-99EA-1A499BF2F4B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70a3b6b-7123-4d91-9653-d2ece75df73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110</Words>
  <Application>Microsoft Office PowerPoint</Application>
  <PresentationFormat>Widescreen</PresentationFormat>
  <Paragraphs>61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Sales Review Name : Mohamed Moaaz Area : Mansoura 2 </vt:lpstr>
      <vt:lpstr>PowerPoint Presentation</vt:lpstr>
      <vt:lpstr>CRM Analysis :</vt:lpstr>
      <vt:lpstr>Activities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Marketing Department</dc:title>
  <dc:creator>Mohamed Soltan</dc:creator>
  <cp:lastModifiedBy>Ahmed Fekry</cp:lastModifiedBy>
  <cp:revision>307</cp:revision>
  <cp:lastPrinted>2022-10-16T07:51:00Z</cp:lastPrinted>
  <dcterms:created xsi:type="dcterms:W3CDTF">2021-07-03T17:03:00Z</dcterms:created>
  <dcterms:modified xsi:type="dcterms:W3CDTF">2026-05-20T02:25:41Z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0x01010009A7D51D4E1E3F45BF39F78D04FE5135</vt:lpwstr>
  </property>
  <property fmtid="{D5CDD505-2E9C-101B-9397-08002B2CF9AE}" pid="3" name="ICV">
    <vt:lpwstr>EF68335333C04DD78309BD61E5C9BB34_13</vt:lpwstr>
  </property>
  <property fmtid="{D5CDD505-2E9C-101B-9397-08002B2CF9AE}" pid="4" name="KSOProductBuildVer">
    <vt:lpwstr>1033-12.2.0.23196</vt:lpwstr>
  </property>
</Properties>
</file>